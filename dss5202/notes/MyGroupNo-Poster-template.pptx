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  <a:srgbClr val="000000"/>
    <a:srgbClr val="000066"/>
    <a:srgbClr val="FF9900"/>
    <a:srgbClr val="003300"/>
    <a:srgbClr val="FF3300"/>
    <a:srgbClr val="0000CC"/>
    <a:srgbClr val="FFFF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98" autoAdjust="0"/>
    <p:restoredTop sz="94354" autoAdjust="0"/>
  </p:normalViewPr>
  <p:slideViewPr>
    <p:cSldViewPr snapToGrid="0">
      <p:cViewPr>
        <p:scale>
          <a:sx n="150" d="100"/>
          <a:sy n="150" d="100"/>
        </p:scale>
        <p:origin x="2724" y="4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97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97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97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2288AA9C-E9F7-4137-8D16-2F174B093FD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DD3A0F-5126-4E83-A60C-94336D4781C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2707800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649E46-DDDF-4DD1-8F30-18254A4805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427913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A7B3127-6BB3-4C20-90D6-03A67BD5584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2590197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43001"/>
            <a:ext cx="5384800" cy="49831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1"/>
            <a:ext cx="5384800" cy="49831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EAB38E-69F3-429F-A775-F50ABE0B84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140221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4918B6-9D50-42F9-8997-65A39FA5439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2860249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6DE0FA-A84E-41C2-877C-B4F238AEE3D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962484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A7C07F-4B6A-4A3E-89EC-3F2A8A92025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3773912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87629E-0F1D-4233-837B-1B5743E0CB3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2943098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AA3018D-22C3-4D26-AC6D-00CC023977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3322582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71504A-8945-485D-A59C-BBD6872153D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3688026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3AEC9F-67B2-4248-A567-774B9A6DF3F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  <p:extLst>
      <p:ext uri="{BB962C8B-B14F-4D97-AF65-F5344CB8AC3E}">
        <p14:creationId xmlns:p14="http://schemas.microsoft.com/office/powerpoint/2010/main" val="1579501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9"/>
          <p:cNvSpPr>
            <a:spLocks noChangeArrowheads="1"/>
          </p:cNvSpPr>
          <p:nvPr userDrawn="1"/>
        </p:nvSpPr>
        <p:spPr bwMode="auto">
          <a:xfrm>
            <a:off x="0" y="6638925"/>
            <a:ext cx="12192000" cy="219075"/>
          </a:xfrm>
          <a:prstGeom prst="rect">
            <a:avLst/>
          </a:prstGeom>
          <a:solidFill>
            <a:srgbClr val="0000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43000"/>
            <a:ext cx="10972800" cy="4983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47200" y="6596063"/>
            <a:ext cx="2844800" cy="261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AE4882D7-85FA-44F4-A1F9-6B55E2E3622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0" name="Text Box 8"/>
          <p:cNvSpPr txBox="1">
            <a:spLocks noChangeArrowheads="1"/>
          </p:cNvSpPr>
          <p:nvPr userDrawn="1"/>
        </p:nvSpPr>
        <p:spPr bwMode="auto">
          <a:xfrm>
            <a:off x="735013" y="6657975"/>
            <a:ext cx="3233737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en-US" sz="800" dirty="0">
                <a:solidFill>
                  <a:schemeClr val="bg1"/>
                </a:solidFill>
                <a:latin typeface="Times New Roman" panose="02020603050405020304" pitchFamily="18" charset="0"/>
              </a:rPr>
              <a:t>Sustainable Systems Analysis</a:t>
            </a:r>
          </a:p>
        </p:txBody>
      </p:sp>
      <p:graphicFrame>
        <p:nvGraphicFramePr>
          <p:cNvPr id="1031" name="Object 10"/>
          <p:cNvGraphicFramePr>
            <a:graphicFrameLocks noChangeAspect="1"/>
          </p:cNvGraphicFramePr>
          <p:nvPr userDrawn="1"/>
        </p:nvGraphicFramePr>
        <p:xfrm>
          <a:off x="165100" y="6656388"/>
          <a:ext cx="520700" cy="201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13" imgW="1514686" imgH="771429" progId="">
                  <p:embed/>
                </p:oleObj>
              </mc:Choice>
              <mc:Fallback>
                <p:oleObj r:id="rId13" imgW="1514686" imgH="771429" progId="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5100" y="6656388"/>
                        <a:ext cx="520700" cy="201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680200"/>
            <a:ext cx="3860800" cy="17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80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Decision Analysis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rgbClr val="0000CC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rgbClr val="0000CC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§"/>
        <a:defRPr sz="2400">
          <a:solidFill>
            <a:srgbClr val="0000CC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rgbClr val="0000CC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rgbClr val="0000CC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rgbClr val="0000CC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0000CC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0000CC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0000CC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0000CC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2"/>
          <p:cNvSpPr>
            <a:spLocks noGrp="1" noChangeArrowheads="1"/>
          </p:cNvSpPr>
          <p:nvPr>
            <p:ph type="title"/>
          </p:nvPr>
        </p:nvSpPr>
        <p:spPr>
          <a:xfrm>
            <a:off x="172684" y="99404"/>
            <a:ext cx="11637220" cy="704929"/>
          </a:xfrm>
          <a:solidFill>
            <a:srgbClr val="CCCCFF"/>
          </a:solidFill>
        </p:spPr>
        <p:txBody>
          <a:bodyPr/>
          <a:lstStyle/>
          <a:p>
            <a:pPr algn="ctr" eaLnBrk="1" hangingPunct="1"/>
            <a:r>
              <a:rPr lang="en-US" alt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DSS5202 Sustainable Systems Analysis (2025)</a:t>
            </a:r>
            <a:br>
              <a:rPr lang="en-US" alt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1800" dirty="0"/>
              <a:t>Name 1           Name 2           Name 3            Name 4</a:t>
            </a: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Connector 7"/>
          <p:cNvCxnSpPr>
            <a:endCxn id="5124" idx="2"/>
          </p:cNvCxnSpPr>
          <p:nvPr/>
        </p:nvCxnSpPr>
        <p:spPr>
          <a:xfrm flipH="1" flipV="1">
            <a:off x="5991294" y="804333"/>
            <a:ext cx="17620" cy="584956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220377" y="902076"/>
            <a:ext cx="2916432" cy="317407"/>
          </a:xfrm>
        </p:spPr>
        <p:txBody>
          <a:bodyPr/>
          <a:lstStyle/>
          <a:p>
            <a:pPr marL="0" indent="0">
              <a:buNone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Problem Description</a:t>
            </a:r>
          </a:p>
        </p:txBody>
      </p:sp>
      <p:sp>
        <p:nvSpPr>
          <p:cNvPr id="21" name="Content Placeholder 5"/>
          <p:cNvSpPr txBox="1">
            <a:spLocks/>
          </p:cNvSpPr>
          <p:nvPr/>
        </p:nvSpPr>
        <p:spPr bwMode="auto">
          <a:xfrm>
            <a:off x="514395" y="1383830"/>
            <a:ext cx="4059128" cy="927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400">
                <a:solidFill>
                  <a:srgbClr val="0000CC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CC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400" kern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 minimum font size = 14pt.</a:t>
            </a:r>
          </a:p>
        </p:txBody>
      </p:sp>
      <p:sp>
        <p:nvSpPr>
          <p:cNvPr id="23" name="Content Placeholder 2"/>
          <p:cNvSpPr txBox="1">
            <a:spLocks/>
          </p:cNvSpPr>
          <p:nvPr/>
        </p:nvSpPr>
        <p:spPr bwMode="auto">
          <a:xfrm>
            <a:off x="6311626" y="5262256"/>
            <a:ext cx="2437486" cy="31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400">
                <a:solidFill>
                  <a:srgbClr val="0000CC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CC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US" sz="1600" b="1" kern="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24" name="Content Placeholder 2"/>
          <p:cNvSpPr txBox="1">
            <a:spLocks/>
          </p:cNvSpPr>
          <p:nvPr/>
        </p:nvSpPr>
        <p:spPr bwMode="auto">
          <a:xfrm>
            <a:off x="6270329" y="1123813"/>
            <a:ext cx="2107286" cy="31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400">
                <a:solidFill>
                  <a:srgbClr val="0000CC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CC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US" sz="1600" b="1" kern="0" dirty="0">
                <a:latin typeface="Arial" panose="020B0604020202020204" pitchFamily="34" charset="0"/>
                <a:cs typeface="Arial" panose="020B0604020202020204" pitchFamily="34" charset="0"/>
              </a:rPr>
              <a:t>&lt;Header&gt;  </a:t>
            </a:r>
          </a:p>
        </p:txBody>
      </p:sp>
      <p:sp>
        <p:nvSpPr>
          <p:cNvPr id="28" name="Content Placeholder 2"/>
          <p:cNvSpPr txBox="1">
            <a:spLocks/>
          </p:cNvSpPr>
          <p:nvPr/>
        </p:nvSpPr>
        <p:spPr bwMode="auto">
          <a:xfrm>
            <a:off x="363860" y="3844313"/>
            <a:ext cx="2107286" cy="31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400">
                <a:solidFill>
                  <a:srgbClr val="0000CC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CC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US" sz="1600" b="1" kern="0" dirty="0">
                <a:latin typeface="Arial" panose="020B0604020202020204" pitchFamily="34" charset="0"/>
                <a:cs typeface="Arial" panose="020B0604020202020204" pitchFamily="34" charset="0"/>
              </a:rPr>
              <a:t>&lt;Header&gt;  </a:t>
            </a:r>
          </a:p>
        </p:txBody>
      </p:sp>
      <p:sp>
        <p:nvSpPr>
          <p:cNvPr id="30" name="Content Placeholder 2"/>
          <p:cNvSpPr txBox="1">
            <a:spLocks/>
          </p:cNvSpPr>
          <p:nvPr/>
        </p:nvSpPr>
        <p:spPr bwMode="auto">
          <a:xfrm>
            <a:off x="6318754" y="4161720"/>
            <a:ext cx="2107286" cy="31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400">
                <a:solidFill>
                  <a:srgbClr val="0000CC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CC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US" sz="1600" b="1" kern="0" dirty="0">
                <a:latin typeface="Arial" panose="020B0604020202020204" pitchFamily="34" charset="0"/>
                <a:cs typeface="Arial" panose="020B0604020202020204" pitchFamily="34" charset="0"/>
              </a:rPr>
              <a:t>&lt;Header&gt;  </a:t>
            </a:r>
          </a:p>
        </p:txBody>
      </p:sp>
      <p:sp>
        <p:nvSpPr>
          <p:cNvPr id="33" name="Content Placeholder 2"/>
          <p:cNvSpPr txBox="1">
            <a:spLocks/>
          </p:cNvSpPr>
          <p:nvPr/>
        </p:nvSpPr>
        <p:spPr bwMode="auto">
          <a:xfrm>
            <a:off x="372777" y="5503869"/>
            <a:ext cx="2107286" cy="31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400">
                <a:solidFill>
                  <a:srgbClr val="0000CC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CC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US" sz="1600" b="1" kern="0" dirty="0">
                <a:latin typeface="Arial" panose="020B0604020202020204" pitchFamily="34" charset="0"/>
                <a:cs typeface="Arial" panose="020B0604020202020204" pitchFamily="34" charset="0"/>
              </a:rPr>
              <a:t>&lt;Header&gt;  </a:t>
            </a:r>
          </a:p>
        </p:txBody>
      </p:sp>
      <p:sp>
        <p:nvSpPr>
          <p:cNvPr id="15" name="Content Placeholder 5"/>
          <p:cNvSpPr txBox="1">
            <a:spLocks/>
          </p:cNvSpPr>
          <p:nvPr/>
        </p:nvSpPr>
        <p:spPr bwMode="auto">
          <a:xfrm>
            <a:off x="6396476" y="1771454"/>
            <a:ext cx="4059128" cy="539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sz="2400">
                <a:solidFill>
                  <a:srgbClr val="0000CC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0000CC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0000CC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CC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400" kern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 minimum font size = 14pt.</a:t>
            </a:r>
          </a:p>
        </p:txBody>
      </p:sp>
    </p:spTree>
    <p:extLst>
      <p:ext uri="{BB962C8B-B14F-4D97-AF65-F5344CB8AC3E}">
        <p14:creationId xmlns:p14="http://schemas.microsoft.com/office/powerpoint/2010/main" val="401658484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5">
      <a:dk1>
        <a:srgbClr val="0000CC"/>
      </a:dk1>
      <a:lt1>
        <a:srgbClr val="FFFFFF"/>
      </a:lt1>
      <a:dk2>
        <a:srgbClr val="0000CC"/>
      </a:dk2>
      <a:lt2>
        <a:srgbClr val="003366"/>
      </a:lt2>
      <a:accent1>
        <a:srgbClr val="3366CC"/>
      </a:accent1>
      <a:accent2>
        <a:srgbClr val="00B000"/>
      </a:accent2>
      <a:accent3>
        <a:srgbClr val="FFFFFF"/>
      </a:accent3>
      <a:accent4>
        <a:srgbClr val="0000AE"/>
      </a:accent4>
      <a:accent5>
        <a:srgbClr val="ADB8E2"/>
      </a:accent5>
      <a:accent6>
        <a:srgbClr val="009F00"/>
      </a:accent6>
      <a:hlink>
        <a:srgbClr val="66CCFF"/>
      </a:hlink>
      <a:folHlink>
        <a:srgbClr val="FFE701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3366"/>
        </a:dk1>
        <a:lt1>
          <a:srgbClr val="FFFF00"/>
        </a:lt1>
        <a:dk2>
          <a:srgbClr val="3366CC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DB8E2"/>
        </a:accent3>
        <a:accent4>
          <a:srgbClr val="DADA00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3366"/>
        </a:dk1>
        <a:lt1>
          <a:srgbClr val="FFFF00"/>
        </a:lt1>
        <a:dk2>
          <a:srgbClr val="3366CC"/>
        </a:dk2>
        <a:lt2>
          <a:srgbClr val="FFFF00"/>
        </a:lt2>
        <a:accent1>
          <a:srgbClr val="3366CC"/>
        </a:accent1>
        <a:accent2>
          <a:srgbClr val="00B000"/>
        </a:accent2>
        <a:accent3>
          <a:srgbClr val="ADB8E2"/>
        </a:accent3>
        <a:accent4>
          <a:srgbClr val="DADA00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CC"/>
        </a:dk1>
        <a:lt1>
          <a:srgbClr val="FFFFFF"/>
        </a:lt1>
        <a:dk2>
          <a:srgbClr val="0000CC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FFFFFF"/>
        </a:accent3>
        <a:accent4>
          <a:srgbClr val="0000AE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</TotalTime>
  <Words>45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Times New Roman</vt:lpstr>
      <vt:lpstr>Wingdings</vt:lpstr>
      <vt:lpstr>Default Design</vt:lpstr>
      <vt:lpstr>DSS5202 Sustainable Systems Analysis (2025) Name 1           Name 2           Name 3            Name 4</vt:lpstr>
    </vt:vector>
  </TitlesOfParts>
  <Company>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dts 5703 Operations Research</dc:title>
  <dc:creator>NUS</dc:creator>
  <cp:lastModifiedBy>Poh Kim Leng</cp:lastModifiedBy>
  <cp:revision>379</cp:revision>
  <dcterms:created xsi:type="dcterms:W3CDTF">2002-07-05T03:27:28Z</dcterms:created>
  <dcterms:modified xsi:type="dcterms:W3CDTF">2025-11-05T02:41:45Z</dcterms:modified>
</cp:coreProperties>
</file>